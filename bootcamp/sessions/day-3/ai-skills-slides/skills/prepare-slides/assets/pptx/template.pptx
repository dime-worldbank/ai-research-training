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61cb35257543d5" /><Relationship Type="http://schemas.openxmlformats.org/officeDocument/2006/relationships/extended-properties" Target="/docProps/app.xml" Id="R62b9749533264b8c" /><Relationship Type="http://schemas.openxmlformats.org/officeDocument/2006/relationships/officeDocument" Target="/ppt/presentation.xml" Id="Rd0d84f9fb76f44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6c42960e5b42e3"/>
  </p:sldMasterIdLst>
  <p:notesMasterIdLst>
    <p:notesMasterId xmlns:r="http://schemas.openxmlformats.org/officeDocument/2006/relationships" r:id="R43a53a6371134ac7"/>
  </p:notesMasterIdLst>
  <p:sldIdLst>
    <p:sldId xmlns:r="http://schemas.openxmlformats.org/officeDocument/2006/relationships" id="256" r:id="R039a4b6b7add474c"/>
    <p:sldId xmlns:r="http://schemas.openxmlformats.org/officeDocument/2006/relationships" id="257" r:id="Ra7e9c43abb5243ec"/>
    <p:sldId xmlns:r="http://schemas.openxmlformats.org/officeDocument/2006/relationships" id="258" r:id="Rd29501dd89c34ea7"/>
    <p:sldId xmlns:r="http://schemas.openxmlformats.org/officeDocument/2006/relationships" id="259" r:id="R8faf730367e44e4f"/>
    <p:sldId xmlns:r="http://schemas.openxmlformats.org/officeDocument/2006/relationships" id="260" r:id="R203ce121cef64ae0"/>
    <p:sldId xmlns:r="http://schemas.openxmlformats.org/officeDocument/2006/relationships" id="261" r:id="R448990b0ee3345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3cb4e4d7a494ab9" /><Relationship Type="http://schemas.openxmlformats.org/officeDocument/2006/relationships/slideMaster" Target="/ppt/slideMasters/slideMaster1.xml" Id="Re76c42960e5b42e3" /><Relationship Type="http://schemas.openxmlformats.org/officeDocument/2006/relationships/notesMaster" Target="/ppt/notesMasters/notesMaster1.xml" Id="R43a53a6371134ac7" /><Relationship Type="http://schemas.openxmlformats.org/officeDocument/2006/relationships/presProps" Target="/ppt/presProps.xml" Id="Re7d702eb138c4170" /><Relationship Type="http://schemas.openxmlformats.org/officeDocument/2006/relationships/tableStyles" Target="/ppt/tableStyles.xml" Id="R9ddc8b4971ae48d5" /><Relationship Type="http://schemas.openxmlformats.org/officeDocument/2006/relationships/slide" Target="/ppt/slides/slide1.xml" Id="R039a4b6b7add474c" /><Relationship Type="http://schemas.openxmlformats.org/officeDocument/2006/relationships/slide" Target="/ppt/slides/slide2.xml" Id="Ra7e9c43abb5243ec" /><Relationship Type="http://schemas.openxmlformats.org/officeDocument/2006/relationships/slide" Target="/ppt/slides/slide3.xml" Id="Rd29501dd89c34ea7" /><Relationship Type="http://schemas.openxmlformats.org/officeDocument/2006/relationships/slide" Target="/ppt/slides/slide4.xml" Id="R8faf730367e44e4f" /><Relationship Type="http://schemas.openxmlformats.org/officeDocument/2006/relationships/slide" Target="/ppt/slides/slide5.xml" Id="R203ce121cef64ae0" /><Relationship Type="http://schemas.openxmlformats.org/officeDocument/2006/relationships/slide" Target="/ppt/slides/slide6.xml" Id="R448990b0ee3345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fff2a357b94c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613f3584cd48e2" /><Relationship Type="http://schemas.openxmlformats.org/officeDocument/2006/relationships/notesMaster" Target="/ppt/notesMasters/notesMaster1.xml" Id="R95552b1ee4a64a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644cc7695a949c0" /><Relationship Type="http://schemas.openxmlformats.org/officeDocument/2006/relationships/notesMaster" Target="/ppt/notesMasters/notesMaster1.xml" Id="R569f4f05952f4b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520fd3d0c14c62" /><Relationship Type="http://schemas.openxmlformats.org/officeDocument/2006/relationships/notesMaster" Target="/ppt/notesMasters/notesMaster1.xml" Id="R81306673d4a84b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9279bd79c547b4" /><Relationship Type="http://schemas.openxmlformats.org/officeDocument/2006/relationships/notesMaster" Target="/ppt/notesMasters/notesMaster1.xml" Id="Rf97ce15e9959490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ae350a096946ff" /><Relationship Type="http://schemas.openxmlformats.org/officeDocument/2006/relationships/notesMaster" Target="/ppt/notesMasters/notesMaster1.xml" Id="R20a305e6cfbb42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69810fe0bc44f40" /><Relationship Type="http://schemas.openxmlformats.org/officeDocument/2006/relationships/notesMaster" Target="/ppt/notesMasters/notesMaster1.xml" Id="R9ec69a79d6a649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8dfaaa59c145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c7245de4a14f77" /><Relationship Type="http://schemas.openxmlformats.org/officeDocument/2006/relationships/slideLayout" Target="/ppt/slideLayouts/slideLayout1.xml" Id="Rc7f748c039424e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f748c039424e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8423359ce4e3e" /><Relationship Type="http://schemas.openxmlformats.org/officeDocument/2006/relationships/image" Target="/ppt/media/image.png" Id="R0a608172ccbe41ae" /><Relationship Type="http://schemas.openxmlformats.org/officeDocument/2006/relationships/notesSlide" Target="/ppt/notesSlides/notesSlide1.xml" Id="R1c1a89ee9d064e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5832107c543a0" /><Relationship Type="http://schemas.openxmlformats.org/officeDocument/2006/relationships/notesSlide" Target="/ppt/notesSlides/notesSlide2.xml" Id="Rde63bdac02ae44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21921fb2c4f28" /><Relationship Type="http://schemas.openxmlformats.org/officeDocument/2006/relationships/notesSlide" Target="/ppt/notesSlides/notesSlide3.xml" Id="Rd81234c4115d41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bd3ed84794f36" /><Relationship Type="http://schemas.openxmlformats.org/officeDocument/2006/relationships/notesSlide" Target="/ppt/notesSlides/notesSlide4.xml" Id="R8805417295e849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6fd56585774656" /><Relationship Type="http://schemas.openxmlformats.org/officeDocument/2006/relationships/notesSlide" Target="/ppt/notesSlides/notesSlide5.xml" Id="R672f0b44a74547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74997a4114580" /><Relationship Type="http://schemas.openxmlformats.org/officeDocument/2006/relationships/image" Target="/ppt/media/image2.png" Id="R92268d5f334c4b21" /><Relationship Type="http://schemas.openxmlformats.org/officeDocument/2006/relationships/notesSlide" Target="/ppt/notesSlides/notesSlide6.xml" Id="R5cb1c909477d41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band">
            <a:extLst xmlns:a="http://schemas.openxmlformats.org/drawingml/2006/main">
              <a:ext uri="{FF2B5EF4-FFF2-40B4-BE49-F238E27FC236}">
                <a16:creationId xmlns:a16="http://schemas.microsoft.com/office/drawing/2014/main" id="{B4B34827-7F66-4A61-80F8-C231864A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4F"/>
          </a:solidFill>
          <a:ln xmlns:a="http://schemas.openxmlformats.org/drawingml/2006/main" w="0">
            <a:solidFill>
              <a:srgbClr val="002A4F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08172ccbe41ae"/>
          <a:stretch xmlns:a="http://schemas.openxmlformats.org/drawingml/2006/main"/>
        </p:blipFill>
        <p:spPr>
          <a:xfrm xmlns:a="http://schemas.openxmlformats.org/drawingml/2006/main">
            <a:off x="9763125" y="304657"/>
            <a:ext cx="1743075" cy="476535"/>
          </a:xfrm>
          <a:prstGeom xmlns:a="http://schemas.openxmlformats.org/drawingml/2006/main" prst="rect">
            <a:avLst/>
          </a:prstGeom>
        </p:spPr>
      </p:pic>
      <p:sp>
        <p:nvSpPr>
          <p:cNvPr id="3" name="deck-label">
            <a:extLst xmlns:a="http://schemas.openxmlformats.org/drawingml/2006/main">
              <a:ext uri="{FF2B5EF4-FFF2-40B4-BE49-F238E27FC236}">
                <a16:creationId xmlns:a16="http://schemas.microsoft.com/office/drawing/2014/main" id="{D40302D5-356D-452D-8B2B-A1A168E5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096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99CD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599CD"/>
                </a:solidFill>
                <a:latin typeface="Montserrat"/>
                <a:ea typeface="Montserrat"/>
                <a:cs typeface="Montserrat"/>
              </a:rPr>
              <a:t>DECDI RESEARCH PRESENTATION</a:t>
            </a:r>
          </a:p>
        </p:txBody>
      </p:sp>
      <p:sp>
        <p:nvSpPr>
          <p:cNvPr id="4" name="presentation-title">
            <a:extLst xmlns:a="http://schemas.openxmlformats.org/drawingml/2006/main">
              <a:ext uri="{FF2B5EF4-FFF2-40B4-BE49-F238E27FC236}">
                <a16:creationId xmlns:a16="http://schemas.microsoft.com/office/drawing/2014/main" id="{3E08D5F7-B7C0-4186-B572-D7ED3AE5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8763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2A4F"/>
                </a:solidFill>
                <a:latin typeface="Montserrat"/>
                <a:ea typeface="Montserrat"/>
                <a:cs typeface="Montserrat"/>
              </a:defRPr>
            </a:pPr>
            <a:r>
              <a:rPr sz="3600" b="1">
                <a:solidFill>
                  <a:srgbClr val="002A4F"/>
                </a:solidFill>
                <a:latin typeface="Montserrat"/>
                <a:ea typeface="Montserrat"/>
                <a:cs typeface="Montserrat"/>
              </a:rPr>
              <a:t>[Presentation title]</a:t>
            </a:r>
          </a:p>
        </p:txBody>
      </p:sp>
      <p:sp>
        <p:nvSpPr>
          <p:cNvPr id="5" name="presentation-subtitle">
            <a:extLst xmlns:a="http://schemas.openxmlformats.org/drawingml/2006/main">
              <a:ext uri="{FF2B5EF4-FFF2-40B4-BE49-F238E27FC236}">
                <a16:creationId xmlns:a16="http://schemas.microsoft.com/office/drawing/2014/main" id="{8BA85141-48F6-4CFC-A2B2-AD3A78F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7660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1800" b="0">
                <a:solidFill>
                  <a:srgbClr val="5D7182"/>
                </a:solidFill>
                <a:latin typeface="Lato"/>
                <a:ea typeface="Lato"/>
                <a:cs typeface="Lato"/>
              </a:rPr>
              <a:t>[Optional subtitle or one-line description]</a:t>
            </a:r>
          </a:p>
        </p:txBody>
      </p:sp>
      <p:sp>
        <p:nvSpPr>
          <p:cNvPr id="6" name="title-rule">
            <a:extLst xmlns:a="http://schemas.openxmlformats.org/drawingml/2006/main">
              <a:ext uri="{FF2B5EF4-FFF2-40B4-BE49-F238E27FC236}">
                <a16:creationId xmlns:a16="http://schemas.microsoft.com/office/drawing/2014/main" id="{E15F5556-5A53-4E19-85CF-83051B12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DEF"/>
          </a:solidFill>
          <a:ln xmlns:a="http://schemas.openxmlformats.org/drawingml/2006/main" w="0">
            <a:solidFill>
              <a:srgbClr val="01ADEF"/>
            </a:solidFill>
            <a:prstDash val="solid"/>
          </a:ln>
        </p:spPr>
      </p:sp>
      <p:sp>
        <p:nvSpPr>
          <p:cNvPr id="7" name="author-details">
            <a:extLst xmlns:a="http://schemas.openxmlformats.org/drawingml/2006/main">
              <a:ext uri="{FF2B5EF4-FFF2-40B4-BE49-F238E27FC236}">
                <a16:creationId xmlns:a16="http://schemas.microsoft.com/office/drawing/2014/main" id="{1AE30226-2F10-4CCA-8087-53948967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324A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7324A"/>
                </a:solidFill>
                <a:latin typeface="Lato"/>
                <a:ea typeface="Lato"/>
                <a:cs typeface="Lato"/>
              </a:rPr>
              <a:t>[Author]  |  [Affiliation]  |  [Date]</a:t>
            </a:r>
          </a:p>
        </p:txBody>
      </p:sp>
    </p:spTree>
    <p:extLst>
      <p:ext uri="{BB962C8B-B14F-4D97-AF65-F5344CB8AC3E}">
        <p14:creationId xmlns:p14="http://schemas.microsoft.com/office/powerpoint/2010/main" val="806059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2A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accent">
            <a:extLst xmlns:a="http://schemas.openxmlformats.org/drawingml/2006/main">
              <a:ext uri="{FF2B5EF4-FFF2-40B4-BE49-F238E27FC236}">
                <a16:creationId xmlns:a16="http://schemas.microsoft.com/office/drawing/2014/main" id="{F3D3B2A1-A384-4708-910E-C02396A2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9906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DEF"/>
          </a:solidFill>
          <a:ln xmlns:a="http://schemas.openxmlformats.org/drawingml/2006/main" w="0">
            <a:solidFill>
              <a:srgbClr val="01ADEF"/>
            </a:solidFill>
            <a:prstDash val="solid"/>
          </a:ln>
        </p:spPr>
      </p:sp>
      <p:sp>
        <p:nvSpPr>
          <p:cNvPr id="2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3BB6011B-7AB4-441F-BF2B-0AE6E25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AACE2"/>
                </a:solidFill>
                <a:latin typeface="Montserrat"/>
                <a:ea typeface="Montserrat"/>
                <a:cs typeface="Montserrat"/>
              </a:defRPr>
            </a:pPr>
            <a:r>
              <a:rPr sz="1650" b="1">
                <a:solidFill>
                  <a:srgbClr val="2AACE2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3" name="section-title">
            <a:extLst xmlns:a="http://schemas.openxmlformats.org/drawingml/2006/main">
              <a:ext uri="{FF2B5EF4-FFF2-40B4-BE49-F238E27FC236}">
                <a16:creationId xmlns:a16="http://schemas.microsoft.com/office/drawing/2014/main" id="{D3FD22C1-C863-4E18-9896-67413394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9715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[Section title]</a:t>
            </a:r>
          </a:p>
        </p:txBody>
      </p:sp>
      <p:sp>
        <p:nvSpPr>
          <p:cNvPr id="4" name="section-subtitle">
            <a:extLst xmlns:a="http://schemas.openxmlformats.org/drawingml/2006/main">
              <a:ext uri="{FF2B5EF4-FFF2-40B4-BE49-F238E27FC236}">
                <a16:creationId xmlns:a16="http://schemas.microsoft.com/office/drawing/2014/main" id="{D95EA444-6EEB-4562-A783-CD4160B9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AF5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D8EAF5"/>
                </a:solidFill>
                <a:latin typeface="Lato"/>
                <a:ea typeface="Lato"/>
                <a:cs typeface="Lato"/>
              </a:rPr>
              <a:t>[Optional transition or framing sentence]</a:t>
            </a:r>
          </a:p>
        </p:txBody>
      </p:sp>
    </p:spTree>
    <p:extLst>
      <p:ext uri="{BB962C8B-B14F-4D97-AF65-F5344CB8AC3E}">
        <p14:creationId xmlns:p14="http://schemas.microsoft.com/office/powerpoint/2010/main" val="13330479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6CCF76-1E06-4C61-B407-AAA9428B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2A4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02A4F"/>
                </a:solidFill>
                <a:latin typeface="Montserrat"/>
                <a:ea typeface="Montserrat"/>
                <a:cs typeface="Montserrat"/>
              </a:rPr>
              <a:t>[Finding-led slide title]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F29A57C-4730-494A-A3EC-98F8E757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DEF"/>
          </a:solidFill>
          <a:ln xmlns:a="http://schemas.openxmlformats.org/drawingml/2006/main" w="0">
            <a:solidFill>
              <a:srgbClr val="01ADEF"/>
            </a:solidFill>
            <a:prstDash val="solid"/>
          </a:ln>
        </p:spPr>
      </p:sp>
      <p:sp>
        <p:nvSpPr>
          <p:cNvPr id="3" name="key-points">
            <a:extLst xmlns:a="http://schemas.openxmlformats.org/drawingml/2006/main">
              <a:ext uri="{FF2B5EF4-FFF2-40B4-BE49-F238E27FC236}">
                <a16:creationId xmlns:a16="http://schemas.microsoft.com/office/drawing/2014/main" id="{4B5148D4-C206-446E-A425-EF5ECE2B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095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324A"/>
                </a:solidFill>
                <a:latin typeface="Lato"/>
                <a:ea typeface="Lato"/>
                <a:cs typeface="Lato"/>
              </a:rPr>
              <a:t>• [Evidence or context supporting the title]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324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324A"/>
                </a:solidFill>
                <a:latin typeface="Lato"/>
                <a:ea typeface="Lato"/>
                <a:cs typeface="Lato"/>
              </a:rPr>
              <a:t>• [Second concise point]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324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324A"/>
                </a:solidFill>
                <a:latin typeface="Lato"/>
                <a:ea typeface="Lato"/>
                <a:cs typeface="Lato"/>
              </a:rPr>
              <a:t>• [Interpretation or implication]</a:t>
            </a:r>
          </a:p>
        </p:txBody>
      </p:sp>
      <p:sp>
        <p:nvSpPr>
          <p:cNvPr id="4" name="figure-placeholder">
            <a:extLst xmlns:a="http://schemas.openxmlformats.org/drawingml/2006/main">
              <a:ext uri="{FF2B5EF4-FFF2-40B4-BE49-F238E27FC236}">
                <a16:creationId xmlns:a16="http://schemas.microsoft.com/office/drawing/2014/main" id="{06AD2E92-EA6A-4436-8546-A418EA3A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14500"/>
            <a:ext cx="628650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9"/>
          </a:solidFill>
          <a:ln xmlns:a="http://schemas.openxmlformats.org/drawingml/2006/main" w="19050">
            <a:solidFill>
              <a:srgbClr val="CAD8E2"/>
            </a:solidFill>
            <a:prstDash val="solid"/>
          </a:ln>
        </p:spPr>
      </p:sp>
      <p:sp>
        <p:nvSpPr>
          <p:cNvPr id="5" name="figure-placeholder-label">
            <a:extLst xmlns:a="http://schemas.openxmlformats.org/drawingml/2006/main">
              <a:ext uri="{FF2B5EF4-FFF2-40B4-BE49-F238E27FC236}">
                <a16:creationId xmlns:a16="http://schemas.microsoft.com/office/drawing/2014/main" id="{AAA37DCB-E14B-4342-8A92-28B948CA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29000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5D7182"/>
                </a:solidFill>
                <a:latin typeface="Lato"/>
                <a:ea typeface="Lato"/>
                <a:cs typeface="Lato"/>
              </a:rPr>
              <a:t>[Insert figure, table, or photograph]</a:t>
            </a:r>
          </a:p>
        </p:txBody>
      </p:sp>
      <p:sp>
        <p:nvSpPr>
          <p:cNvPr id="6" name="source-line">
            <a:extLst xmlns:a="http://schemas.openxmlformats.org/drawingml/2006/main">
              <a:ext uri="{FF2B5EF4-FFF2-40B4-BE49-F238E27FC236}">
                <a16:creationId xmlns:a16="http://schemas.microsoft.com/office/drawing/2014/main" id="{28A0B8AB-AE8D-4C2E-A5EE-22744854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D7182"/>
                </a:solidFill>
                <a:latin typeface="Lato"/>
                <a:ea typeface="Lato"/>
                <a:cs typeface="Lato"/>
              </a:rPr>
              <a:t>Source: [Add source]</a:t>
            </a:r>
          </a:p>
        </p:txBody>
      </p:sp>
    </p:spTree>
    <p:extLst>
      <p:ext uri="{BB962C8B-B14F-4D97-AF65-F5344CB8AC3E}">
        <p14:creationId xmlns:p14="http://schemas.microsoft.com/office/powerpoint/2010/main" val="975529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AE2335-76F7-4408-9A03-36F36E45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2A4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02A4F"/>
                </a:solidFill>
                <a:latin typeface="Montserrat"/>
                <a:ea typeface="Montserrat"/>
                <a:cs typeface="Montserrat"/>
              </a:rPr>
              <a:t>[Main result expressed as a clear claim]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4DF7909-41BB-478C-A9C1-6EE8EEF1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DEF"/>
          </a:solidFill>
          <a:ln xmlns:a="http://schemas.openxmlformats.org/drawingml/2006/main" w="0">
            <a:solidFill>
              <a:srgbClr val="01ADEF"/>
            </a:solidFill>
            <a:prstDash val="solid"/>
          </a:ln>
        </p:spPr>
      </p:sp>
      <p:sp>
        <p:nvSpPr>
          <p:cNvPr id="3" name="evidence-placeholder">
            <a:extLst xmlns:a="http://schemas.openxmlformats.org/drawingml/2006/main">
              <a:ext uri="{FF2B5EF4-FFF2-40B4-BE49-F238E27FC236}">
                <a16:creationId xmlns:a16="http://schemas.microsoft.com/office/drawing/2014/main" id="{C707858D-05DC-4B45-87F6-777D8A47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95450"/>
            <a:ext cx="105156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8E2"/>
            </a:solidFill>
            <a:prstDash val="solid"/>
          </a:ln>
        </p:spPr>
      </p:sp>
      <p:sp>
        <p:nvSpPr>
          <p:cNvPr id="4" name="evidence-placeholder-label">
            <a:extLst xmlns:a="http://schemas.openxmlformats.org/drawingml/2006/main">
              <a:ext uri="{FF2B5EF4-FFF2-40B4-BE49-F238E27FC236}">
                <a16:creationId xmlns:a16="http://schemas.microsoft.com/office/drawing/2014/main" id="{FE205D47-87D2-4F29-8B50-EE95868A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242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5D7182"/>
                </a:solidFill>
                <a:latin typeface="Lato"/>
                <a:ea typeface="Lato"/>
                <a:cs typeface="Lato"/>
              </a:rPr>
              <a:t>[Insert one presentation-ready figure or table]</a:t>
            </a:r>
          </a:p>
        </p:txBody>
      </p:sp>
      <p:sp>
        <p:nvSpPr>
          <p:cNvPr id="5" name="source-line">
            <a:extLst xmlns:a="http://schemas.openxmlformats.org/drawingml/2006/main">
              <a:ext uri="{FF2B5EF4-FFF2-40B4-BE49-F238E27FC236}">
                <a16:creationId xmlns:a16="http://schemas.microsoft.com/office/drawing/2014/main" id="{C94642FA-7126-4895-A947-464B34D6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D7182"/>
                </a:solidFill>
                <a:latin typeface="Lato"/>
                <a:ea typeface="Lato"/>
                <a:cs typeface="Lato"/>
              </a:rPr>
              <a:t>Source: [Add source]</a:t>
            </a:r>
          </a:p>
        </p:txBody>
      </p:sp>
    </p:spTree>
    <p:extLst>
      <p:ext uri="{BB962C8B-B14F-4D97-AF65-F5344CB8AC3E}">
        <p14:creationId xmlns:p14="http://schemas.microsoft.com/office/powerpoint/2010/main" val="9141722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B79CC4-267B-4429-AA76-91A05E76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858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2A4F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002A4F"/>
                </a:solidFill>
                <a:latin typeface="Montserrat"/>
                <a:ea typeface="Montserrat"/>
                <a:cs typeface="Montserrat"/>
              </a:rPr>
              <a:t>[Comparison is the message of this slide]</a:t>
            </a:r>
          </a:p>
        </p:txBody>
      </p:sp>
      <p:sp>
        <p:nvSpPr>
          <p:cNvPr id="2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CAE00791-D34C-4BA0-86D3-08D7EBE9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1ADEF"/>
          </a:solidFill>
          <a:ln xmlns:a="http://schemas.openxmlformats.org/drawingml/2006/main" w="0">
            <a:solidFill>
              <a:srgbClr val="01ADEF"/>
            </a:solidFill>
            <a:prstDash val="solid"/>
          </a:ln>
        </p:spPr>
      </p:sp>
      <p:sp>
        <p:nvSpPr>
          <p:cNvPr id="3" name="left-label">
            <a:extLst xmlns:a="http://schemas.openxmlformats.org/drawingml/2006/main">
              <a:ext uri="{FF2B5EF4-FFF2-40B4-BE49-F238E27FC236}">
                <a16:creationId xmlns:a16="http://schemas.microsoft.com/office/drawing/2014/main" id="{3C2FB24C-8C5D-41C7-AF6E-05312AF64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618C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C618C"/>
                </a:solidFill>
                <a:latin typeface="Montserrat"/>
                <a:ea typeface="Montserrat"/>
                <a:cs typeface="Montserrat"/>
              </a:rPr>
              <a:t>[Group or scenario A]</a:t>
            </a:r>
          </a:p>
        </p:txBody>
      </p:sp>
      <p:sp>
        <p:nvSpPr>
          <p:cNvPr id="4" name="right-label">
            <a:extLst xmlns:a="http://schemas.openxmlformats.org/drawingml/2006/main">
              <a:ext uri="{FF2B5EF4-FFF2-40B4-BE49-F238E27FC236}">
                <a16:creationId xmlns:a16="http://schemas.microsoft.com/office/drawing/2014/main" id="{02E217DF-106A-44F7-A637-45503EF1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57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C618C"/>
                </a:solidFill>
                <a:latin typeface="Montserrat"/>
                <a:ea typeface="Montserrat"/>
                <a:cs typeface="Montserrat"/>
              </a:defRPr>
            </a:pPr>
            <a:r>
              <a:rPr sz="1425" b="1">
                <a:solidFill>
                  <a:srgbClr val="1C618C"/>
                </a:solidFill>
                <a:latin typeface="Montserrat"/>
                <a:ea typeface="Montserrat"/>
                <a:cs typeface="Montserrat"/>
              </a:rPr>
              <a:t>[Group or scenario B]</a:t>
            </a:r>
          </a:p>
        </p:txBody>
      </p:sp>
      <p:sp>
        <p:nvSpPr>
          <p:cNvPr id="5" name="left-visual">
            <a:extLst xmlns:a="http://schemas.openxmlformats.org/drawingml/2006/main">
              <a:ext uri="{FF2B5EF4-FFF2-40B4-BE49-F238E27FC236}">
                <a16:creationId xmlns:a16="http://schemas.microsoft.com/office/drawing/2014/main" id="{97DB6513-CCF0-42E9-A5C9-36D59A39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9"/>
          </a:solidFill>
          <a:ln xmlns:a="http://schemas.openxmlformats.org/drawingml/2006/main" w="19050">
            <a:solidFill>
              <a:srgbClr val="CAD8E2"/>
            </a:solidFill>
            <a:prstDash val="solid"/>
          </a:ln>
        </p:spPr>
      </p:sp>
      <p:sp>
        <p:nvSpPr>
          <p:cNvPr id="6" name="right-visual">
            <a:extLst xmlns:a="http://schemas.openxmlformats.org/drawingml/2006/main">
              <a:ext uri="{FF2B5EF4-FFF2-40B4-BE49-F238E27FC236}">
                <a16:creationId xmlns:a16="http://schemas.microsoft.com/office/drawing/2014/main" id="{A1EE7796-FFB3-4EFE-A5DA-C27A41B6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526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9"/>
          </a:solidFill>
          <a:ln xmlns:a="http://schemas.openxmlformats.org/drawingml/2006/main" w="19050">
            <a:solidFill>
              <a:srgbClr val="CAD8E2"/>
            </a:solidFill>
            <a:prstDash val="solid"/>
          </a:ln>
        </p:spPr>
      </p:sp>
      <p:sp>
        <p:nvSpPr>
          <p:cNvPr id="7" name="left-placeholder">
            <a:extLst xmlns:a="http://schemas.openxmlformats.org/drawingml/2006/main">
              <a:ext uri="{FF2B5EF4-FFF2-40B4-BE49-F238E27FC236}">
                <a16:creationId xmlns:a16="http://schemas.microsoft.com/office/drawing/2014/main" id="{B8C41770-7C2D-4BD3-896B-0963DE3E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562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5D7182"/>
                </a:solidFill>
                <a:latin typeface="Lato"/>
                <a:ea typeface="Lato"/>
                <a:cs typeface="Lato"/>
              </a:rPr>
              <a:t>[Visual A]</a:t>
            </a:r>
          </a:p>
        </p:txBody>
      </p:sp>
      <p:sp>
        <p:nvSpPr>
          <p:cNvPr id="8" name="right-placeholder">
            <a:extLst xmlns:a="http://schemas.openxmlformats.org/drawingml/2006/main">
              <a:ext uri="{FF2B5EF4-FFF2-40B4-BE49-F238E27FC236}">
                <a16:creationId xmlns:a16="http://schemas.microsoft.com/office/drawing/2014/main" id="{8945A46D-A221-4FE2-9C18-9AE8B770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623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5D7182"/>
                </a:solidFill>
                <a:latin typeface="Lato"/>
                <a:ea typeface="Lato"/>
                <a:cs typeface="Lato"/>
              </a:rPr>
              <a:t>[Visual B]</a:t>
            </a:r>
          </a:p>
        </p:txBody>
      </p:sp>
      <p:sp>
        <p:nvSpPr>
          <p:cNvPr id="9" name="source-line">
            <a:extLst xmlns:a="http://schemas.openxmlformats.org/drawingml/2006/main">
              <a:ext uri="{FF2B5EF4-FFF2-40B4-BE49-F238E27FC236}">
                <a16:creationId xmlns:a16="http://schemas.microsoft.com/office/drawing/2014/main" id="{F8E02841-AB04-4F4D-A87C-7798D1EC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5D7182"/>
                </a:solidFill>
                <a:latin typeface="Lato"/>
                <a:ea typeface="Lato"/>
                <a:cs typeface="Lato"/>
              </a:rPr>
              <a:t>Source: [Add source]</a:t>
            </a:r>
          </a:p>
        </p:txBody>
      </p:sp>
    </p:spTree>
    <p:extLst>
      <p:ext uri="{BB962C8B-B14F-4D97-AF65-F5344CB8AC3E}">
        <p14:creationId xmlns:p14="http://schemas.microsoft.com/office/powerpoint/2010/main" val="6878794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ing-band">
            <a:extLst xmlns:a="http://schemas.openxmlformats.org/drawingml/2006/main">
              <a:ext uri="{FF2B5EF4-FFF2-40B4-BE49-F238E27FC236}">
                <a16:creationId xmlns:a16="http://schemas.microsoft.com/office/drawing/2014/main" id="{9A65CF3C-3AB8-4E29-B1C0-D4E15C11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A4F"/>
          </a:solidFill>
          <a:ln xmlns:a="http://schemas.openxmlformats.org/drawingml/2006/main" w="0">
            <a:solidFill>
              <a:srgbClr val="002A4F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68d5f334c4b21"/>
          <a:stretch xmlns:a="http://schemas.openxmlformats.org/drawingml/2006/main"/>
        </p:blipFill>
        <p:spPr>
          <a:xfrm xmlns:a="http://schemas.openxmlformats.org/drawingml/2006/main">
            <a:off x="9763125" y="304657"/>
            <a:ext cx="1743075" cy="476535"/>
          </a:xfrm>
          <a:prstGeom xmlns:a="http://schemas.openxmlformats.org/drawingml/2006/main" prst="rect">
            <a:avLst/>
          </a:prstGeom>
        </p:spPr>
      </p:pic>
      <p:sp>
        <p:nvSpPr>
          <p:cNvPr id="3" name="closing-label">
            <a:extLst xmlns:a="http://schemas.openxmlformats.org/drawingml/2006/main">
              <a:ext uri="{FF2B5EF4-FFF2-40B4-BE49-F238E27FC236}">
                <a16:creationId xmlns:a16="http://schemas.microsoft.com/office/drawing/2014/main" id="{CBFD0EFB-D58A-4949-BBFC-B6181F83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99CD"/>
                </a:solidFill>
                <a:latin typeface="Montserrat"/>
                <a:ea typeface="Montserrat"/>
                <a:cs typeface="Montserrat"/>
              </a:defRPr>
            </a:pPr>
            <a:r>
              <a:rPr sz="1050" b="1">
                <a:solidFill>
                  <a:srgbClr val="2599CD"/>
                </a:solidFill>
                <a:latin typeface="Montserrat"/>
                <a:ea typeface="Montserrat"/>
                <a:cs typeface="Montserrat"/>
              </a:rPr>
              <a:t>CONCLUSION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4C4B856-898A-4AD8-AA66-8D271F17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2A4F"/>
                </a:solidFill>
                <a:latin typeface="Montserrat"/>
                <a:ea typeface="Montserrat"/>
                <a:cs typeface="Montserrat"/>
              </a:defRPr>
            </a:pPr>
            <a:r>
              <a:rPr sz="3150" b="1">
                <a:solidFill>
                  <a:srgbClr val="002A4F"/>
                </a:solidFill>
                <a:latin typeface="Montserrat"/>
                <a:ea typeface="Montserrat"/>
                <a:cs typeface="Montserrat"/>
              </a:rPr>
              <a:t>[Key takeaway, implication, or next action]</a:t>
            </a:r>
          </a:p>
        </p:txBody>
      </p:sp>
      <p:sp>
        <p:nvSpPr>
          <p:cNvPr id="5" name="closing-points">
            <a:extLst xmlns:a="http://schemas.openxmlformats.org/drawingml/2006/main">
              <a:ext uri="{FF2B5EF4-FFF2-40B4-BE49-F238E27FC236}">
                <a16:creationId xmlns:a16="http://schemas.microsoft.com/office/drawing/2014/main" id="{A55A8604-2A04-4F68-A4FF-75FA45FB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324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324A"/>
                </a:solidFill>
                <a:latin typeface="Lato"/>
                <a:ea typeface="Lato"/>
                <a:cs typeface="Lato"/>
              </a:rPr>
              <a:t>• [What the evidence establishes]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324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324A"/>
                </a:solidFill>
                <a:latin typeface="Lato"/>
                <a:ea typeface="Lato"/>
                <a:cs typeface="Lato"/>
              </a:rPr>
              <a:t>• [What it means for this audience]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7324A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17324A"/>
                </a:solidFill>
                <a:latin typeface="Lato"/>
                <a:ea typeface="Lato"/>
                <a:cs typeface="Lato"/>
              </a:rPr>
              <a:t>• [Decision, action, or question that follows]</a:t>
            </a:r>
          </a:p>
        </p:txBody>
      </p:sp>
      <p:sp>
        <p:nvSpPr>
          <p:cNvPr id="6" name="contact">
            <a:extLst xmlns:a="http://schemas.openxmlformats.org/drawingml/2006/main">
              <a:ext uri="{FF2B5EF4-FFF2-40B4-BE49-F238E27FC236}">
                <a16:creationId xmlns:a16="http://schemas.microsoft.com/office/drawing/2014/main" id="{05414E91-4716-4739-B065-7A4EE99E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7182"/>
                </a:solidFill>
                <a:latin typeface="Lato"/>
                <a:ea typeface="Lato"/>
                <a:cs typeface="Lato"/>
              </a:defRPr>
            </a:pPr>
            <a:r>
              <a:rPr sz="1125" b="0">
                <a:solidFill>
                  <a:srgbClr val="5D7182"/>
                </a:solidFill>
                <a:latin typeface="Lato"/>
                <a:ea typeface="Lato"/>
                <a:cs typeface="Lato"/>
              </a:rPr>
              <a:t>[Contact information, if appropriate]</a:t>
            </a:r>
          </a:p>
        </p:txBody>
      </p:sp>
    </p:spTree>
    <p:extLst>
      <p:ext uri="{BB962C8B-B14F-4D97-AF65-F5344CB8AC3E}">
        <p14:creationId xmlns:p14="http://schemas.microsoft.com/office/powerpoint/2010/main" val="6285272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2026-07-21T20:37:26.4730000Z</dcterms:created>
  <dcterms:modified xsi:type="dcterms:W3CDTF">2026-07-21T20:37:26.4730000Z</dcterms:modified>
</coreProperties>
</file>